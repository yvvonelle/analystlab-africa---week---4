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157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Dashboarding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| Superstore Sales Dataset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Power BI  ·  Interactive Dashboard  ·  Business Insights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Superstore Sales Dataset is a US retail dataset containing 9,995 transaction records across 21 columns. It tracks customer orders including product details, shipping information, geographic data, and financial metrics such as Sales, Profit, Quantity, and Discount — making it ideal for business performance analysis.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&amp; Shipping: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ID, Order Date, Ship Date, Ship Mode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325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4325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ID, Name, Segment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6268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46268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Country, City, State, Region, Postal Code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ID, Category, Sub-Category, Product Name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4325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Financial: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4325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Quantity, Discount, Profit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KPIs Defined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18872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the business identify top-performing regions, products, and customer segments to improve profitability and drive strategic decisions?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286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8620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488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286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$286.40K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8620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1488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286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28620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703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42793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703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38,000 units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42793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Quantity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3703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 ($725K)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35040" y="42793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Region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 Included: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86460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 — Total Sales, Profit, Orders, Profit Margin, Quantity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— Sales by Category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— Monthly Sales Trend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Pie/Donut Chart — Sales by Segment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Visual — Sales by State  |  Top Products Bar Chart</a:t>
            </a:r>
            <a:endParaRPr lang="en-US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B88860-A084-49B5-8478-E062FABE3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2" y="1024128"/>
            <a:ext cx="6413886" cy="35742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0" cy="68580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Drives Revenue: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is the top category at $0.84M, led by Canon Image Class at $62K. Prioritize tech inventory.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01952"/>
            <a:ext cx="548640" cy="68580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01952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47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Q4 Seasonality: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24942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peak in November ($352K) — nearly 6x February's low ($59K). Prepare stock and staff for Q4.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60904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60904"/>
            <a:ext cx="548640" cy="68580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60904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066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Segment Dominates: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0083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segment generates $1.16M — more than double Home Office ($0.43M). Focus retention here.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19856"/>
            <a:ext cx="548640" cy="68580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19856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655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 Region Leads Geographically: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76732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region generates $725K, the highest of all regions. Strong customer base on the West Coast.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7880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78808"/>
            <a:ext cx="548640" cy="68580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7880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224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Margin Needs Attention: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52628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12.47% margin on $2.30M revenue suggests discounting or high costs are eroding profitability.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Technology stock heading into Q4 to capitalize on seasonal demand peaks.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targeted marketing campaigns for the Consumer segment to sustain revenue dominance.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discount strategies — especially in Furniture — to improve the 12.47% profit margin.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West region logistics capacity given its leadership in revenue at $725K.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growth strategies for the Home Office segment which remains underserved at $0.43M.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19072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dataset mismatch: A pre-built .pbix template had a different data structure and had to be abandoned in favor of a blank file.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table naming: The table name required exact spacing ('Sample  - Superstore') — deviations caused 'too many arguments' errors in the Profit Margin measure.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 decimal issue: Dragging Order ID directly produced decimal formatting; resolved by creating a COUNT measure.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 corrections: Postal Code and Order ID required manual conversion to Text type in Power Query.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dashboard project demonstrates the ability to transform raw sales data into meaningful business intelligence using Microsoft Power BI.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Explored and validated a 9,995-row retail dataset with 21 columns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7 meaningful KPIs using DAX measures in Power BI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6 interactive visualizations across multiple chart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slicers for Region, Segment, Category, and Date filtering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5 data-driven business insights to support decision-making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646</Words>
  <Application>Microsoft Office PowerPoint</Application>
  <PresentationFormat>On-screen Show (16:9)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4 - Data Visualization &amp; Dashboarding</dc:title>
  <dc:subject>PptxGenJS Presentation</dc:subject>
  <dc:creator>Ms. Muli</dc:creator>
  <cp:lastModifiedBy>Yvvone</cp:lastModifiedBy>
  <cp:revision>2</cp:revision>
  <dcterms:created xsi:type="dcterms:W3CDTF">2026-06-22T11:50:18Z</dcterms:created>
  <dcterms:modified xsi:type="dcterms:W3CDTF">2026-06-26T10:54:18Z</dcterms:modified>
</cp:coreProperties>
</file>